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992F4-67C0-46E0-97CD-150C050F6B9C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8201878-7A60-416A-B396-DC92CED05E71}">
      <dgm:prSet custT="1"/>
      <dgm:spPr/>
      <dgm:t>
        <a:bodyPr/>
        <a:lstStyle/>
        <a:p>
          <a:r>
            <a:rPr 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Strengths</a:t>
          </a:r>
          <a:r>
            <a:rPr lang="zh-TW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rPr>
            <a:t> </a:t>
          </a:r>
          <a:r>
            <a: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邏輯能力足夠、善於與人交往、陌生環境適應性強</a:t>
          </a:r>
          <a:endParaRPr 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E478761-43A7-4332-8275-3D98DBA239C4}" type="parTrans" cxnId="{19CBE854-EE06-4D3B-A617-BCB75452965A}">
      <dgm:prSet/>
      <dgm:spPr/>
      <dgm:t>
        <a:bodyPr/>
        <a:lstStyle/>
        <a:p>
          <a:endParaRPr lang="en-US"/>
        </a:p>
      </dgm:t>
    </dgm:pt>
    <dgm:pt modelId="{56D1AD55-75C9-4A7A-A1C4-BE39BB3322EB}" type="sibTrans" cxnId="{19CBE854-EE06-4D3B-A617-BCB75452965A}">
      <dgm:prSet/>
      <dgm:spPr/>
      <dgm:t>
        <a:bodyPr/>
        <a:lstStyle/>
        <a:p>
          <a:endParaRPr lang="en-US"/>
        </a:p>
      </dgm:t>
    </dgm:pt>
    <dgm:pt modelId="{986A6441-1830-4B71-A440-B9F66B5B9462}">
      <dgm:prSet custT="1"/>
      <dgm:spPr/>
      <dgm:t>
        <a:bodyPr/>
        <a:lstStyle/>
        <a:p>
          <a:r>
            <a:rPr 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Weaknesses</a:t>
          </a:r>
          <a:r>
            <a: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英文能力稍顯不足、專業能力需再加強</a:t>
          </a:r>
          <a:endParaRPr 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40E0911-AFCF-46A4-8611-1602FA831ED2}" type="parTrans" cxnId="{7C44F5D2-4A10-4B6B-8595-D97398976C9C}">
      <dgm:prSet/>
      <dgm:spPr/>
      <dgm:t>
        <a:bodyPr/>
        <a:lstStyle/>
        <a:p>
          <a:endParaRPr lang="en-US"/>
        </a:p>
      </dgm:t>
    </dgm:pt>
    <dgm:pt modelId="{6C34979C-A309-4121-AD36-C6F6A896A1B5}" type="sibTrans" cxnId="{7C44F5D2-4A10-4B6B-8595-D97398976C9C}">
      <dgm:prSet/>
      <dgm:spPr/>
      <dgm:t>
        <a:bodyPr/>
        <a:lstStyle/>
        <a:p>
          <a:endParaRPr lang="en-US"/>
        </a:p>
      </dgm:t>
    </dgm:pt>
    <dgm:pt modelId="{430FFB4C-BA22-430B-8F8D-6F606CF9892B}">
      <dgm:prSet custT="1"/>
      <dgm:spPr/>
      <dgm:t>
        <a:bodyPr/>
        <a:lstStyle/>
        <a:p>
          <a:r>
            <a:rPr 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Opportunities</a:t>
          </a:r>
          <a:r>
            <a:rPr lang="zh-TW" altLang="en-US" sz="19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1900" dirty="0">
              <a:latin typeface="微軟正黑體" panose="020B0604030504040204" pitchFamily="34" charset="-120"/>
              <a:ea typeface="微軟正黑體" panose="020B0604030504040204" pitchFamily="34" charset="-120"/>
            </a:rPr>
            <a:t>科技發展迅速，對於產業的人才需求量增加</a:t>
          </a:r>
          <a:endParaRPr lang="en-US" sz="19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B3D8492-CB34-4256-B84E-74ABE2CABB07}" type="parTrans" cxnId="{77B30EBF-2AE4-4E0B-BB02-16A5BFC1C2AA}">
      <dgm:prSet/>
      <dgm:spPr/>
      <dgm:t>
        <a:bodyPr/>
        <a:lstStyle/>
        <a:p>
          <a:endParaRPr lang="en-US"/>
        </a:p>
      </dgm:t>
    </dgm:pt>
    <dgm:pt modelId="{79C56FE7-5FDF-46DA-9779-8376FDAC348F}" type="sibTrans" cxnId="{77B30EBF-2AE4-4E0B-BB02-16A5BFC1C2AA}">
      <dgm:prSet/>
      <dgm:spPr/>
      <dgm:t>
        <a:bodyPr/>
        <a:lstStyle/>
        <a:p>
          <a:endParaRPr lang="en-US"/>
        </a:p>
      </dgm:t>
    </dgm:pt>
    <dgm:pt modelId="{11B49602-E22F-4551-8326-6FEDBE39DB32}">
      <dgm:prSet custT="1"/>
      <dgm:spPr/>
      <dgm:t>
        <a:bodyPr/>
        <a:lstStyle/>
        <a:p>
          <a:r>
            <a:rPr 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Threats</a:t>
          </a:r>
          <a:r>
            <a: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2000" dirty="0">
              <a:latin typeface="微軟正黑體" panose="020B0604030504040204" pitchFamily="34" charset="-120"/>
              <a:ea typeface="微軟正黑體" panose="020B0604030504040204" pitchFamily="34" charset="-120"/>
            </a:rPr>
            <a:t>技術迭代速度快、需擁有足夠的不可替代性</a:t>
          </a:r>
          <a:endParaRPr 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FE0C728-459D-40B2-8A30-A7E81BE952FC}" type="parTrans" cxnId="{81054BDB-8B1C-4F79-B83A-3950BD97A589}">
      <dgm:prSet/>
      <dgm:spPr/>
      <dgm:t>
        <a:bodyPr/>
        <a:lstStyle/>
        <a:p>
          <a:endParaRPr lang="en-US"/>
        </a:p>
      </dgm:t>
    </dgm:pt>
    <dgm:pt modelId="{942F9D72-8BCA-4671-AE61-5DE67CD78F71}" type="sibTrans" cxnId="{81054BDB-8B1C-4F79-B83A-3950BD97A589}">
      <dgm:prSet/>
      <dgm:spPr/>
      <dgm:t>
        <a:bodyPr/>
        <a:lstStyle/>
        <a:p>
          <a:endParaRPr lang="en-US"/>
        </a:p>
      </dgm:t>
    </dgm:pt>
    <dgm:pt modelId="{B5DD0DAC-BAFE-4BCF-A901-DCA29597DEC8}" type="pres">
      <dgm:prSet presAssocID="{657992F4-67C0-46E0-97CD-150C050F6B9C}" presName="outerComposite" presStyleCnt="0">
        <dgm:presLayoutVars>
          <dgm:chMax val="5"/>
          <dgm:dir/>
          <dgm:resizeHandles val="exact"/>
        </dgm:presLayoutVars>
      </dgm:prSet>
      <dgm:spPr/>
    </dgm:pt>
    <dgm:pt modelId="{7DE6AF2F-8393-4807-9943-0CA6E51DDFF2}" type="pres">
      <dgm:prSet presAssocID="{657992F4-67C0-46E0-97CD-150C050F6B9C}" presName="dummyMaxCanvas" presStyleCnt="0">
        <dgm:presLayoutVars/>
      </dgm:prSet>
      <dgm:spPr/>
    </dgm:pt>
    <dgm:pt modelId="{683A542E-D42A-4406-9CBA-0947EF5B2CED}" type="pres">
      <dgm:prSet presAssocID="{657992F4-67C0-46E0-97CD-150C050F6B9C}" presName="FourNodes_1" presStyleLbl="node1" presStyleIdx="0" presStyleCnt="4" custScaleX="99865">
        <dgm:presLayoutVars>
          <dgm:bulletEnabled val="1"/>
        </dgm:presLayoutVars>
      </dgm:prSet>
      <dgm:spPr/>
    </dgm:pt>
    <dgm:pt modelId="{7D78E774-ED0D-4F9A-861E-F2F92DEBA6F0}" type="pres">
      <dgm:prSet presAssocID="{657992F4-67C0-46E0-97CD-150C050F6B9C}" presName="FourNodes_2" presStyleLbl="node1" presStyleIdx="1" presStyleCnt="4">
        <dgm:presLayoutVars>
          <dgm:bulletEnabled val="1"/>
        </dgm:presLayoutVars>
      </dgm:prSet>
      <dgm:spPr/>
    </dgm:pt>
    <dgm:pt modelId="{9EF5A1C0-AE06-4DE3-B980-BBA5CDEA5515}" type="pres">
      <dgm:prSet presAssocID="{657992F4-67C0-46E0-97CD-150C050F6B9C}" presName="FourNodes_3" presStyleLbl="node1" presStyleIdx="2" presStyleCnt="4">
        <dgm:presLayoutVars>
          <dgm:bulletEnabled val="1"/>
        </dgm:presLayoutVars>
      </dgm:prSet>
      <dgm:spPr/>
    </dgm:pt>
    <dgm:pt modelId="{6232A50F-418B-4559-8B09-399722C99947}" type="pres">
      <dgm:prSet presAssocID="{657992F4-67C0-46E0-97CD-150C050F6B9C}" presName="FourNodes_4" presStyleLbl="node1" presStyleIdx="3" presStyleCnt="4">
        <dgm:presLayoutVars>
          <dgm:bulletEnabled val="1"/>
        </dgm:presLayoutVars>
      </dgm:prSet>
      <dgm:spPr/>
    </dgm:pt>
    <dgm:pt modelId="{AB3C217A-FC80-468D-8B9B-7D722247CB10}" type="pres">
      <dgm:prSet presAssocID="{657992F4-67C0-46E0-97CD-150C050F6B9C}" presName="FourConn_1-2" presStyleLbl="fgAccFollowNode1" presStyleIdx="0" presStyleCnt="3">
        <dgm:presLayoutVars>
          <dgm:bulletEnabled val="1"/>
        </dgm:presLayoutVars>
      </dgm:prSet>
      <dgm:spPr/>
    </dgm:pt>
    <dgm:pt modelId="{B9A4BC9B-193C-452A-8AF6-7F487E353289}" type="pres">
      <dgm:prSet presAssocID="{657992F4-67C0-46E0-97CD-150C050F6B9C}" presName="FourConn_2-3" presStyleLbl="fgAccFollowNode1" presStyleIdx="1" presStyleCnt="3">
        <dgm:presLayoutVars>
          <dgm:bulletEnabled val="1"/>
        </dgm:presLayoutVars>
      </dgm:prSet>
      <dgm:spPr/>
    </dgm:pt>
    <dgm:pt modelId="{96E61000-DA3F-49BF-95E1-6609BE2CF381}" type="pres">
      <dgm:prSet presAssocID="{657992F4-67C0-46E0-97CD-150C050F6B9C}" presName="FourConn_3-4" presStyleLbl="fgAccFollowNode1" presStyleIdx="2" presStyleCnt="3">
        <dgm:presLayoutVars>
          <dgm:bulletEnabled val="1"/>
        </dgm:presLayoutVars>
      </dgm:prSet>
      <dgm:spPr/>
    </dgm:pt>
    <dgm:pt modelId="{FBCF3AF8-8ADB-49F8-B1C2-9417694FA844}" type="pres">
      <dgm:prSet presAssocID="{657992F4-67C0-46E0-97CD-150C050F6B9C}" presName="FourNodes_1_text" presStyleLbl="node1" presStyleIdx="3" presStyleCnt="4">
        <dgm:presLayoutVars>
          <dgm:bulletEnabled val="1"/>
        </dgm:presLayoutVars>
      </dgm:prSet>
      <dgm:spPr/>
    </dgm:pt>
    <dgm:pt modelId="{4F95A6D5-0797-4835-A371-7CD3F2B6D693}" type="pres">
      <dgm:prSet presAssocID="{657992F4-67C0-46E0-97CD-150C050F6B9C}" presName="FourNodes_2_text" presStyleLbl="node1" presStyleIdx="3" presStyleCnt="4">
        <dgm:presLayoutVars>
          <dgm:bulletEnabled val="1"/>
        </dgm:presLayoutVars>
      </dgm:prSet>
      <dgm:spPr/>
    </dgm:pt>
    <dgm:pt modelId="{7E1397B6-15E9-4C7C-8684-6700AA283808}" type="pres">
      <dgm:prSet presAssocID="{657992F4-67C0-46E0-97CD-150C050F6B9C}" presName="FourNodes_3_text" presStyleLbl="node1" presStyleIdx="3" presStyleCnt="4">
        <dgm:presLayoutVars>
          <dgm:bulletEnabled val="1"/>
        </dgm:presLayoutVars>
      </dgm:prSet>
      <dgm:spPr/>
    </dgm:pt>
    <dgm:pt modelId="{DD2CCA84-9267-492A-AD35-1B131AD9D582}" type="pres">
      <dgm:prSet presAssocID="{657992F4-67C0-46E0-97CD-150C050F6B9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B594517-0573-4C95-A338-DD3611C53529}" type="presOf" srcId="{78201878-7A60-416A-B396-DC92CED05E71}" destId="{683A542E-D42A-4406-9CBA-0947EF5B2CED}" srcOrd="0" destOrd="0" presId="urn:microsoft.com/office/officeart/2005/8/layout/vProcess5"/>
    <dgm:cxn modelId="{F0534D34-63E3-47F7-BE2D-DC08C61BEBBD}" type="presOf" srcId="{11B49602-E22F-4551-8326-6FEDBE39DB32}" destId="{DD2CCA84-9267-492A-AD35-1B131AD9D582}" srcOrd="1" destOrd="0" presId="urn:microsoft.com/office/officeart/2005/8/layout/vProcess5"/>
    <dgm:cxn modelId="{A635FC60-CF88-4F9D-84F4-9266FD78F156}" type="presOf" srcId="{6C34979C-A309-4121-AD36-C6F6A896A1B5}" destId="{B9A4BC9B-193C-452A-8AF6-7F487E353289}" srcOrd="0" destOrd="0" presId="urn:microsoft.com/office/officeart/2005/8/layout/vProcess5"/>
    <dgm:cxn modelId="{8690BA63-1F7F-48EC-A39D-C9506ACB1D55}" type="presOf" srcId="{986A6441-1830-4B71-A440-B9F66B5B9462}" destId="{7D78E774-ED0D-4F9A-861E-F2F92DEBA6F0}" srcOrd="0" destOrd="0" presId="urn:microsoft.com/office/officeart/2005/8/layout/vProcess5"/>
    <dgm:cxn modelId="{95E90A50-8D31-4391-9C85-BC8C3D2132F3}" type="presOf" srcId="{657992F4-67C0-46E0-97CD-150C050F6B9C}" destId="{B5DD0DAC-BAFE-4BCF-A901-DCA29597DEC8}" srcOrd="0" destOrd="0" presId="urn:microsoft.com/office/officeart/2005/8/layout/vProcess5"/>
    <dgm:cxn modelId="{6511D054-75FD-44F2-9FD8-1A5A974971C9}" type="presOf" srcId="{79C56FE7-5FDF-46DA-9779-8376FDAC348F}" destId="{96E61000-DA3F-49BF-95E1-6609BE2CF381}" srcOrd="0" destOrd="0" presId="urn:microsoft.com/office/officeart/2005/8/layout/vProcess5"/>
    <dgm:cxn modelId="{19CBE854-EE06-4D3B-A617-BCB75452965A}" srcId="{657992F4-67C0-46E0-97CD-150C050F6B9C}" destId="{78201878-7A60-416A-B396-DC92CED05E71}" srcOrd="0" destOrd="0" parTransId="{1E478761-43A7-4332-8275-3D98DBA239C4}" sibTransId="{56D1AD55-75C9-4A7A-A1C4-BE39BB3322EB}"/>
    <dgm:cxn modelId="{F21AAA7B-C956-44DF-8B76-F567B005659E}" type="presOf" srcId="{430FFB4C-BA22-430B-8F8D-6F606CF9892B}" destId="{9EF5A1C0-AE06-4DE3-B980-BBA5CDEA5515}" srcOrd="0" destOrd="0" presId="urn:microsoft.com/office/officeart/2005/8/layout/vProcess5"/>
    <dgm:cxn modelId="{9732B998-5FD6-42F3-8F89-4A80BCA3EC74}" type="presOf" srcId="{430FFB4C-BA22-430B-8F8D-6F606CF9892B}" destId="{7E1397B6-15E9-4C7C-8684-6700AA283808}" srcOrd="1" destOrd="0" presId="urn:microsoft.com/office/officeart/2005/8/layout/vProcess5"/>
    <dgm:cxn modelId="{C4F642A4-E236-442C-A71B-25AA08F47C94}" type="presOf" srcId="{986A6441-1830-4B71-A440-B9F66B5B9462}" destId="{4F95A6D5-0797-4835-A371-7CD3F2B6D693}" srcOrd="1" destOrd="0" presId="urn:microsoft.com/office/officeart/2005/8/layout/vProcess5"/>
    <dgm:cxn modelId="{A64895AC-1BEE-4EB0-9D24-3421CF965428}" type="presOf" srcId="{11B49602-E22F-4551-8326-6FEDBE39DB32}" destId="{6232A50F-418B-4559-8B09-399722C99947}" srcOrd="0" destOrd="0" presId="urn:microsoft.com/office/officeart/2005/8/layout/vProcess5"/>
    <dgm:cxn modelId="{295FAFBB-A63D-4362-83C6-3308B4065BE6}" type="presOf" srcId="{56D1AD55-75C9-4A7A-A1C4-BE39BB3322EB}" destId="{AB3C217A-FC80-468D-8B9B-7D722247CB10}" srcOrd="0" destOrd="0" presId="urn:microsoft.com/office/officeart/2005/8/layout/vProcess5"/>
    <dgm:cxn modelId="{77B30EBF-2AE4-4E0B-BB02-16A5BFC1C2AA}" srcId="{657992F4-67C0-46E0-97CD-150C050F6B9C}" destId="{430FFB4C-BA22-430B-8F8D-6F606CF9892B}" srcOrd="2" destOrd="0" parTransId="{2B3D8492-CB34-4256-B84E-74ABE2CABB07}" sibTransId="{79C56FE7-5FDF-46DA-9779-8376FDAC348F}"/>
    <dgm:cxn modelId="{7C44F5D2-4A10-4B6B-8595-D97398976C9C}" srcId="{657992F4-67C0-46E0-97CD-150C050F6B9C}" destId="{986A6441-1830-4B71-A440-B9F66B5B9462}" srcOrd="1" destOrd="0" parTransId="{540E0911-AFCF-46A4-8611-1602FA831ED2}" sibTransId="{6C34979C-A309-4121-AD36-C6F6A896A1B5}"/>
    <dgm:cxn modelId="{50DD85D6-125A-4D48-B577-7E6E5F434D45}" type="presOf" srcId="{78201878-7A60-416A-B396-DC92CED05E71}" destId="{FBCF3AF8-8ADB-49F8-B1C2-9417694FA844}" srcOrd="1" destOrd="0" presId="urn:microsoft.com/office/officeart/2005/8/layout/vProcess5"/>
    <dgm:cxn modelId="{81054BDB-8B1C-4F79-B83A-3950BD97A589}" srcId="{657992F4-67C0-46E0-97CD-150C050F6B9C}" destId="{11B49602-E22F-4551-8326-6FEDBE39DB32}" srcOrd="3" destOrd="0" parTransId="{1FE0C728-459D-40B2-8A30-A7E81BE952FC}" sibTransId="{942F9D72-8BCA-4671-AE61-5DE67CD78F71}"/>
    <dgm:cxn modelId="{F1437ADA-2F8E-4099-B714-C64FF4B6182F}" type="presParOf" srcId="{B5DD0DAC-BAFE-4BCF-A901-DCA29597DEC8}" destId="{7DE6AF2F-8393-4807-9943-0CA6E51DDFF2}" srcOrd="0" destOrd="0" presId="urn:microsoft.com/office/officeart/2005/8/layout/vProcess5"/>
    <dgm:cxn modelId="{90C84972-27C0-454F-88EA-4D36DCE8F20C}" type="presParOf" srcId="{B5DD0DAC-BAFE-4BCF-A901-DCA29597DEC8}" destId="{683A542E-D42A-4406-9CBA-0947EF5B2CED}" srcOrd="1" destOrd="0" presId="urn:microsoft.com/office/officeart/2005/8/layout/vProcess5"/>
    <dgm:cxn modelId="{03C34CED-61B3-4622-96C4-5B6F9C30552F}" type="presParOf" srcId="{B5DD0DAC-BAFE-4BCF-A901-DCA29597DEC8}" destId="{7D78E774-ED0D-4F9A-861E-F2F92DEBA6F0}" srcOrd="2" destOrd="0" presId="urn:microsoft.com/office/officeart/2005/8/layout/vProcess5"/>
    <dgm:cxn modelId="{C378E03E-E2D7-47D9-A661-460D6146A0A4}" type="presParOf" srcId="{B5DD0DAC-BAFE-4BCF-A901-DCA29597DEC8}" destId="{9EF5A1C0-AE06-4DE3-B980-BBA5CDEA5515}" srcOrd="3" destOrd="0" presId="urn:microsoft.com/office/officeart/2005/8/layout/vProcess5"/>
    <dgm:cxn modelId="{5A018C3C-4F31-4529-99B0-CC9657F47683}" type="presParOf" srcId="{B5DD0DAC-BAFE-4BCF-A901-DCA29597DEC8}" destId="{6232A50F-418B-4559-8B09-399722C99947}" srcOrd="4" destOrd="0" presId="urn:microsoft.com/office/officeart/2005/8/layout/vProcess5"/>
    <dgm:cxn modelId="{BFCE0AB3-31EE-4C9A-83D2-039606B19A2A}" type="presParOf" srcId="{B5DD0DAC-BAFE-4BCF-A901-DCA29597DEC8}" destId="{AB3C217A-FC80-468D-8B9B-7D722247CB10}" srcOrd="5" destOrd="0" presId="urn:microsoft.com/office/officeart/2005/8/layout/vProcess5"/>
    <dgm:cxn modelId="{C2FB6318-CAA3-4695-8985-B62E1C665907}" type="presParOf" srcId="{B5DD0DAC-BAFE-4BCF-A901-DCA29597DEC8}" destId="{B9A4BC9B-193C-452A-8AF6-7F487E353289}" srcOrd="6" destOrd="0" presId="urn:microsoft.com/office/officeart/2005/8/layout/vProcess5"/>
    <dgm:cxn modelId="{9827490E-7D98-49EA-B844-7D8EDD334D0D}" type="presParOf" srcId="{B5DD0DAC-BAFE-4BCF-A901-DCA29597DEC8}" destId="{96E61000-DA3F-49BF-95E1-6609BE2CF381}" srcOrd="7" destOrd="0" presId="urn:microsoft.com/office/officeart/2005/8/layout/vProcess5"/>
    <dgm:cxn modelId="{FAF7DA68-EFFB-4410-A43A-E55983185B25}" type="presParOf" srcId="{B5DD0DAC-BAFE-4BCF-A901-DCA29597DEC8}" destId="{FBCF3AF8-8ADB-49F8-B1C2-9417694FA844}" srcOrd="8" destOrd="0" presId="urn:microsoft.com/office/officeart/2005/8/layout/vProcess5"/>
    <dgm:cxn modelId="{F10063DA-ACF1-40B7-A183-774D15CD5A38}" type="presParOf" srcId="{B5DD0DAC-BAFE-4BCF-A901-DCA29597DEC8}" destId="{4F95A6D5-0797-4835-A371-7CD3F2B6D693}" srcOrd="9" destOrd="0" presId="urn:microsoft.com/office/officeart/2005/8/layout/vProcess5"/>
    <dgm:cxn modelId="{B2D53B92-0490-4A3A-A655-062534A7B9FE}" type="presParOf" srcId="{B5DD0DAC-BAFE-4BCF-A901-DCA29597DEC8}" destId="{7E1397B6-15E9-4C7C-8684-6700AA283808}" srcOrd="10" destOrd="0" presId="urn:microsoft.com/office/officeart/2005/8/layout/vProcess5"/>
    <dgm:cxn modelId="{AE43813D-2BB4-4397-AC44-44AE92E1227A}" type="presParOf" srcId="{B5DD0DAC-BAFE-4BCF-A901-DCA29597DEC8}" destId="{DD2CCA84-9267-492A-AD35-1B131AD9D58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217BA7-8C35-4231-8ECD-262F95E6E877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23A362A-BD9B-402F-99B7-7EBD3BCFC2BC}">
      <dgm:prSet custT="1"/>
      <dgm:spPr/>
      <dgm:t>
        <a:bodyPr/>
        <a:lstStyle/>
        <a:p>
          <a:r>
            <a:rPr lang="en-US" sz="2800" b="1" dirty="0">
              <a:latin typeface="Microsoft YaHei" panose="020B0503020204020204" pitchFamily="34" charset="-122"/>
              <a:ea typeface="Microsoft YaHei" panose="020B0503020204020204" pitchFamily="34" charset="-122"/>
            </a:rPr>
            <a:t>2025~2026</a:t>
          </a:r>
          <a:r>
            <a:rPr lang="zh-TW" sz="2700" dirty="0"/>
            <a:t> </a:t>
          </a:r>
          <a:r>
            <a:rPr lang="zh-TW" sz="2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學習專業 基礎證照</a:t>
          </a:r>
          <a:endParaRPr lang="en-US" sz="2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F5C4B3B-1D1F-4874-8620-F1C4FD37F71A}" type="parTrans" cxnId="{41C1B875-9D15-4557-9EFC-06389D59D29D}">
      <dgm:prSet/>
      <dgm:spPr/>
      <dgm:t>
        <a:bodyPr/>
        <a:lstStyle/>
        <a:p>
          <a:endParaRPr lang="en-US"/>
        </a:p>
      </dgm:t>
    </dgm:pt>
    <dgm:pt modelId="{C788DDC9-9FE8-4A7B-BD7C-3BCE800BF6F7}" type="sibTrans" cxnId="{41C1B875-9D15-4557-9EFC-06389D59D29D}">
      <dgm:prSet/>
      <dgm:spPr/>
      <dgm:t>
        <a:bodyPr/>
        <a:lstStyle/>
        <a:p>
          <a:endParaRPr lang="en-US"/>
        </a:p>
      </dgm:t>
    </dgm:pt>
    <dgm:pt modelId="{DA6F03FE-7DBE-4889-AD9B-4D1C565EFAAE}">
      <dgm:prSet custT="1"/>
      <dgm:spPr/>
      <dgm:t>
        <a:bodyPr/>
        <a:lstStyle/>
        <a:p>
          <a:r>
            <a:rPr 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2027~2030</a:t>
          </a:r>
          <a:r>
            <a:rPr lang="zh-TW" sz="2700" kern="1200" dirty="0"/>
            <a:t> </a:t>
          </a:r>
          <a:r>
            <a:rPr lang="zh-TW" sz="2600" kern="1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就業經驗、進階證照、溝通</a:t>
          </a:r>
          <a:endParaRPr lang="en-US" sz="2600" kern="1200" dirty="0">
            <a:solidFill>
              <a:prstClr val="white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34C9E6CA-1497-41C6-84B6-2350B3C8077F}" type="parTrans" cxnId="{AF86C50C-631D-420C-99DC-3FFE7739FF93}">
      <dgm:prSet/>
      <dgm:spPr/>
      <dgm:t>
        <a:bodyPr/>
        <a:lstStyle/>
        <a:p>
          <a:endParaRPr lang="en-US"/>
        </a:p>
      </dgm:t>
    </dgm:pt>
    <dgm:pt modelId="{4D007E52-173E-4073-8B18-4F15150CA3D9}" type="sibTrans" cxnId="{AF86C50C-631D-420C-99DC-3FFE7739FF93}">
      <dgm:prSet/>
      <dgm:spPr/>
      <dgm:t>
        <a:bodyPr/>
        <a:lstStyle/>
        <a:p>
          <a:endParaRPr lang="en-US"/>
        </a:p>
      </dgm:t>
    </dgm:pt>
    <dgm:pt modelId="{305F6E1F-716C-45FA-A084-D02D08EEF150}">
      <dgm:prSet custT="1"/>
      <dgm:spPr/>
      <dgm:t>
        <a:bodyPr/>
        <a:lstStyle/>
        <a:p>
          <a:r>
            <a:rPr 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2035~</a:t>
          </a:r>
          <a:r>
            <a:rPr lang="zh-TW" alt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 </a:t>
          </a:r>
          <a:r>
            <a:rPr lang="zh-TW" sz="2600" kern="1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職涯發展成熟、嘗試突破</a:t>
          </a:r>
          <a:endParaRPr lang="en-US" sz="2600" kern="1200" dirty="0">
            <a:solidFill>
              <a:prstClr val="white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6B54759B-F59D-4DD9-9978-8C2FEE2E504F}" type="parTrans" cxnId="{B17B7A2F-138F-456E-AF21-5D17307A3EC6}">
      <dgm:prSet/>
      <dgm:spPr/>
      <dgm:t>
        <a:bodyPr/>
        <a:lstStyle/>
        <a:p>
          <a:endParaRPr lang="en-US"/>
        </a:p>
      </dgm:t>
    </dgm:pt>
    <dgm:pt modelId="{3C5287C4-4713-4BF1-A817-4CF7A5114761}" type="sibTrans" cxnId="{B17B7A2F-138F-456E-AF21-5D17307A3EC6}">
      <dgm:prSet/>
      <dgm:spPr/>
      <dgm:t>
        <a:bodyPr/>
        <a:lstStyle/>
        <a:p>
          <a:endParaRPr lang="en-US"/>
        </a:p>
      </dgm:t>
    </dgm:pt>
    <dgm:pt modelId="{96909E70-ED26-43C8-90D7-AE8FA7825AD2}" type="pres">
      <dgm:prSet presAssocID="{5C217BA7-8C35-4231-8ECD-262F95E6E877}" presName="linear" presStyleCnt="0">
        <dgm:presLayoutVars>
          <dgm:dir/>
          <dgm:animLvl val="lvl"/>
          <dgm:resizeHandles val="exact"/>
        </dgm:presLayoutVars>
      </dgm:prSet>
      <dgm:spPr/>
    </dgm:pt>
    <dgm:pt modelId="{D6B60A20-1BD0-4EDC-A38E-9EA88A7BDD39}" type="pres">
      <dgm:prSet presAssocID="{023A362A-BD9B-402F-99B7-7EBD3BCFC2BC}" presName="parentLin" presStyleCnt="0"/>
      <dgm:spPr/>
    </dgm:pt>
    <dgm:pt modelId="{C252D44D-FD71-4B67-B603-510A1A610FD2}" type="pres">
      <dgm:prSet presAssocID="{023A362A-BD9B-402F-99B7-7EBD3BCFC2BC}" presName="parentLeftMargin" presStyleLbl="node1" presStyleIdx="0" presStyleCnt="3"/>
      <dgm:spPr/>
    </dgm:pt>
    <dgm:pt modelId="{1A29CE93-5736-49DD-8A0D-1CAB9BF36A92}" type="pres">
      <dgm:prSet presAssocID="{023A362A-BD9B-402F-99B7-7EBD3BCFC2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1F817B-EFB1-478E-96B5-FBBFC19557F1}" type="pres">
      <dgm:prSet presAssocID="{023A362A-BD9B-402F-99B7-7EBD3BCFC2BC}" presName="negativeSpace" presStyleCnt="0"/>
      <dgm:spPr/>
    </dgm:pt>
    <dgm:pt modelId="{15456CD6-E28E-4BF3-BC14-99A95E1E5181}" type="pres">
      <dgm:prSet presAssocID="{023A362A-BD9B-402F-99B7-7EBD3BCFC2BC}" presName="childText" presStyleLbl="conFgAcc1" presStyleIdx="0" presStyleCnt="3">
        <dgm:presLayoutVars>
          <dgm:bulletEnabled val="1"/>
        </dgm:presLayoutVars>
      </dgm:prSet>
      <dgm:spPr/>
    </dgm:pt>
    <dgm:pt modelId="{EBE26088-4106-4A97-AA51-16A6FC74DB01}" type="pres">
      <dgm:prSet presAssocID="{C788DDC9-9FE8-4A7B-BD7C-3BCE800BF6F7}" presName="spaceBetweenRectangles" presStyleCnt="0"/>
      <dgm:spPr/>
    </dgm:pt>
    <dgm:pt modelId="{A36ED686-981F-4BFF-A12A-B134C9210D20}" type="pres">
      <dgm:prSet presAssocID="{DA6F03FE-7DBE-4889-AD9B-4D1C565EFAAE}" presName="parentLin" presStyleCnt="0"/>
      <dgm:spPr/>
    </dgm:pt>
    <dgm:pt modelId="{BC1454A4-65DF-40EA-8D4B-1AA0A0661822}" type="pres">
      <dgm:prSet presAssocID="{DA6F03FE-7DBE-4889-AD9B-4D1C565EFAAE}" presName="parentLeftMargin" presStyleLbl="node1" presStyleIdx="0" presStyleCnt="3"/>
      <dgm:spPr/>
    </dgm:pt>
    <dgm:pt modelId="{165CC464-32AC-44E3-9EC9-34799407DA6E}" type="pres">
      <dgm:prSet presAssocID="{DA6F03FE-7DBE-4889-AD9B-4D1C565EFA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589794-961D-4735-8869-C719BD02A4C6}" type="pres">
      <dgm:prSet presAssocID="{DA6F03FE-7DBE-4889-AD9B-4D1C565EFAAE}" presName="negativeSpace" presStyleCnt="0"/>
      <dgm:spPr/>
    </dgm:pt>
    <dgm:pt modelId="{28A7D6E5-5123-4316-89A6-FEB142EB22B4}" type="pres">
      <dgm:prSet presAssocID="{DA6F03FE-7DBE-4889-AD9B-4D1C565EFAAE}" presName="childText" presStyleLbl="conFgAcc1" presStyleIdx="1" presStyleCnt="3">
        <dgm:presLayoutVars>
          <dgm:bulletEnabled val="1"/>
        </dgm:presLayoutVars>
      </dgm:prSet>
      <dgm:spPr/>
    </dgm:pt>
    <dgm:pt modelId="{F596A330-03F4-48A3-8B43-C97FA4B811C6}" type="pres">
      <dgm:prSet presAssocID="{4D007E52-173E-4073-8B18-4F15150CA3D9}" presName="spaceBetweenRectangles" presStyleCnt="0"/>
      <dgm:spPr/>
    </dgm:pt>
    <dgm:pt modelId="{9D7688DB-102B-4C22-B52D-D074466FCB4F}" type="pres">
      <dgm:prSet presAssocID="{305F6E1F-716C-45FA-A084-D02D08EEF150}" presName="parentLin" presStyleCnt="0"/>
      <dgm:spPr/>
    </dgm:pt>
    <dgm:pt modelId="{63B3B3C8-5450-4A18-A994-DCEC34C9FAA3}" type="pres">
      <dgm:prSet presAssocID="{305F6E1F-716C-45FA-A084-D02D08EEF150}" presName="parentLeftMargin" presStyleLbl="node1" presStyleIdx="1" presStyleCnt="3"/>
      <dgm:spPr/>
    </dgm:pt>
    <dgm:pt modelId="{78880849-8507-4F33-B889-D622F3B7BA70}" type="pres">
      <dgm:prSet presAssocID="{305F6E1F-716C-45FA-A084-D02D08EEF1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F0AF771-744C-47EC-8461-9659A35646B9}" type="pres">
      <dgm:prSet presAssocID="{305F6E1F-716C-45FA-A084-D02D08EEF150}" presName="negativeSpace" presStyleCnt="0"/>
      <dgm:spPr/>
    </dgm:pt>
    <dgm:pt modelId="{2ACEE2D5-8D35-4587-ADEF-5E84D44C1CAC}" type="pres">
      <dgm:prSet presAssocID="{305F6E1F-716C-45FA-A084-D02D08EEF15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3A85700-3A2F-4A58-A34B-2987E1C39872}" type="presOf" srcId="{DA6F03FE-7DBE-4889-AD9B-4D1C565EFAAE}" destId="{165CC464-32AC-44E3-9EC9-34799407DA6E}" srcOrd="1" destOrd="0" presId="urn:microsoft.com/office/officeart/2005/8/layout/list1"/>
    <dgm:cxn modelId="{2D440B06-8AE3-45FF-9A35-A309BBFBEE7B}" type="presOf" srcId="{DA6F03FE-7DBE-4889-AD9B-4D1C565EFAAE}" destId="{BC1454A4-65DF-40EA-8D4B-1AA0A0661822}" srcOrd="0" destOrd="0" presId="urn:microsoft.com/office/officeart/2005/8/layout/list1"/>
    <dgm:cxn modelId="{AF86C50C-631D-420C-99DC-3FFE7739FF93}" srcId="{5C217BA7-8C35-4231-8ECD-262F95E6E877}" destId="{DA6F03FE-7DBE-4889-AD9B-4D1C565EFAAE}" srcOrd="1" destOrd="0" parTransId="{34C9E6CA-1497-41C6-84B6-2350B3C8077F}" sibTransId="{4D007E52-173E-4073-8B18-4F15150CA3D9}"/>
    <dgm:cxn modelId="{B17B7A2F-138F-456E-AF21-5D17307A3EC6}" srcId="{5C217BA7-8C35-4231-8ECD-262F95E6E877}" destId="{305F6E1F-716C-45FA-A084-D02D08EEF150}" srcOrd="2" destOrd="0" parTransId="{6B54759B-F59D-4DD9-9978-8C2FEE2E504F}" sibTransId="{3C5287C4-4713-4BF1-A817-4CF7A5114761}"/>
    <dgm:cxn modelId="{66AE4C41-C414-4CED-A319-6F32DA42B79F}" type="presOf" srcId="{305F6E1F-716C-45FA-A084-D02D08EEF150}" destId="{63B3B3C8-5450-4A18-A994-DCEC34C9FAA3}" srcOrd="0" destOrd="0" presId="urn:microsoft.com/office/officeart/2005/8/layout/list1"/>
    <dgm:cxn modelId="{41C1B875-9D15-4557-9EFC-06389D59D29D}" srcId="{5C217BA7-8C35-4231-8ECD-262F95E6E877}" destId="{023A362A-BD9B-402F-99B7-7EBD3BCFC2BC}" srcOrd="0" destOrd="0" parTransId="{2F5C4B3B-1D1F-4874-8620-F1C4FD37F71A}" sibTransId="{C788DDC9-9FE8-4A7B-BD7C-3BCE800BF6F7}"/>
    <dgm:cxn modelId="{BACB217D-E8E2-41BB-9571-32A9B08917DF}" type="presOf" srcId="{305F6E1F-716C-45FA-A084-D02D08EEF150}" destId="{78880849-8507-4F33-B889-D622F3B7BA70}" srcOrd="1" destOrd="0" presId="urn:microsoft.com/office/officeart/2005/8/layout/list1"/>
    <dgm:cxn modelId="{871CC6AA-E2A6-4A82-ADB5-E2B040170BE5}" type="presOf" srcId="{023A362A-BD9B-402F-99B7-7EBD3BCFC2BC}" destId="{1A29CE93-5736-49DD-8A0D-1CAB9BF36A92}" srcOrd="1" destOrd="0" presId="urn:microsoft.com/office/officeart/2005/8/layout/list1"/>
    <dgm:cxn modelId="{3D24DBAE-AE80-424D-BC04-88DC26C758C0}" type="presOf" srcId="{5C217BA7-8C35-4231-8ECD-262F95E6E877}" destId="{96909E70-ED26-43C8-90D7-AE8FA7825AD2}" srcOrd="0" destOrd="0" presId="urn:microsoft.com/office/officeart/2005/8/layout/list1"/>
    <dgm:cxn modelId="{55FBF5EC-BAF4-4626-BA6C-55D3E35EDA8A}" type="presOf" srcId="{023A362A-BD9B-402F-99B7-7EBD3BCFC2BC}" destId="{C252D44D-FD71-4B67-B603-510A1A610FD2}" srcOrd="0" destOrd="0" presId="urn:microsoft.com/office/officeart/2005/8/layout/list1"/>
    <dgm:cxn modelId="{D7F23BBE-3D75-4A26-B818-343F379DCEE5}" type="presParOf" srcId="{96909E70-ED26-43C8-90D7-AE8FA7825AD2}" destId="{D6B60A20-1BD0-4EDC-A38E-9EA88A7BDD39}" srcOrd="0" destOrd="0" presId="urn:microsoft.com/office/officeart/2005/8/layout/list1"/>
    <dgm:cxn modelId="{CF235B58-3127-4EE1-BDE6-9F0C2D669671}" type="presParOf" srcId="{D6B60A20-1BD0-4EDC-A38E-9EA88A7BDD39}" destId="{C252D44D-FD71-4B67-B603-510A1A610FD2}" srcOrd="0" destOrd="0" presId="urn:microsoft.com/office/officeart/2005/8/layout/list1"/>
    <dgm:cxn modelId="{A09391BA-99FC-4056-8870-0007514B272F}" type="presParOf" srcId="{D6B60A20-1BD0-4EDC-A38E-9EA88A7BDD39}" destId="{1A29CE93-5736-49DD-8A0D-1CAB9BF36A92}" srcOrd="1" destOrd="0" presId="urn:microsoft.com/office/officeart/2005/8/layout/list1"/>
    <dgm:cxn modelId="{69F3FA59-32C7-4E9E-9C3D-7C3A32099D64}" type="presParOf" srcId="{96909E70-ED26-43C8-90D7-AE8FA7825AD2}" destId="{4B1F817B-EFB1-478E-96B5-FBBFC19557F1}" srcOrd="1" destOrd="0" presId="urn:microsoft.com/office/officeart/2005/8/layout/list1"/>
    <dgm:cxn modelId="{A9D22600-61EE-4883-BD26-8551EE884681}" type="presParOf" srcId="{96909E70-ED26-43C8-90D7-AE8FA7825AD2}" destId="{15456CD6-E28E-4BF3-BC14-99A95E1E5181}" srcOrd="2" destOrd="0" presId="urn:microsoft.com/office/officeart/2005/8/layout/list1"/>
    <dgm:cxn modelId="{EFC9B495-4313-400A-BB98-293F1AC28F0B}" type="presParOf" srcId="{96909E70-ED26-43C8-90D7-AE8FA7825AD2}" destId="{EBE26088-4106-4A97-AA51-16A6FC74DB01}" srcOrd="3" destOrd="0" presId="urn:microsoft.com/office/officeart/2005/8/layout/list1"/>
    <dgm:cxn modelId="{DA990D5A-1F26-4F02-9FAB-0DF19495D5A2}" type="presParOf" srcId="{96909E70-ED26-43C8-90D7-AE8FA7825AD2}" destId="{A36ED686-981F-4BFF-A12A-B134C9210D20}" srcOrd="4" destOrd="0" presId="urn:microsoft.com/office/officeart/2005/8/layout/list1"/>
    <dgm:cxn modelId="{6701BB28-0A4F-4FDA-BE78-8769960B9C6A}" type="presParOf" srcId="{A36ED686-981F-4BFF-A12A-B134C9210D20}" destId="{BC1454A4-65DF-40EA-8D4B-1AA0A0661822}" srcOrd="0" destOrd="0" presId="urn:microsoft.com/office/officeart/2005/8/layout/list1"/>
    <dgm:cxn modelId="{9FD52F09-B4D0-4569-B267-358737F1DDE2}" type="presParOf" srcId="{A36ED686-981F-4BFF-A12A-B134C9210D20}" destId="{165CC464-32AC-44E3-9EC9-34799407DA6E}" srcOrd="1" destOrd="0" presId="urn:microsoft.com/office/officeart/2005/8/layout/list1"/>
    <dgm:cxn modelId="{EF6EEB9E-32A9-4450-B9D0-D1278F08817A}" type="presParOf" srcId="{96909E70-ED26-43C8-90D7-AE8FA7825AD2}" destId="{03589794-961D-4735-8869-C719BD02A4C6}" srcOrd="5" destOrd="0" presId="urn:microsoft.com/office/officeart/2005/8/layout/list1"/>
    <dgm:cxn modelId="{66BAD07A-3C63-4BA4-A2F9-9C276E969456}" type="presParOf" srcId="{96909E70-ED26-43C8-90D7-AE8FA7825AD2}" destId="{28A7D6E5-5123-4316-89A6-FEB142EB22B4}" srcOrd="6" destOrd="0" presId="urn:microsoft.com/office/officeart/2005/8/layout/list1"/>
    <dgm:cxn modelId="{DAD7DD51-ABDC-4940-BC01-5DFCBCADFDC3}" type="presParOf" srcId="{96909E70-ED26-43C8-90D7-AE8FA7825AD2}" destId="{F596A330-03F4-48A3-8B43-C97FA4B811C6}" srcOrd="7" destOrd="0" presId="urn:microsoft.com/office/officeart/2005/8/layout/list1"/>
    <dgm:cxn modelId="{CF9F6021-347D-4FE1-BB37-7438C4AD9E96}" type="presParOf" srcId="{96909E70-ED26-43C8-90D7-AE8FA7825AD2}" destId="{9D7688DB-102B-4C22-B52D-D074466FCB4F}" srcOrd="8" destOrd="0" presId="urn:microsoft.com/office/officeart/2005/8/layout/list1"/>
    <dgm:cxn modelId="{B329D93D-E07F-4F98-8033-8AA802E3AAA2}" type="presParOf" srcId="{9D7688DB-102B-4C22-B52D-D074466FCB4F}" destId="{63B3B3C8-5450-4A18-A994-DCEC34C9FAA3}" srcOrd="0" destOrd="0" presId="urn:microsoft.com/office/officeart/2005/8/layout/list1"/>
    <dgm:cxn modelId="{290ED64F-39ED-47BB-881C-BE78C15329E3}" type="presParOf" srcId="{9D7688DB-102B-4C22-B52D-D074466FCB4F}" destId="{78880849-8507-4F33-B889-D622F3B7BA70}" srcOrd="1" destOrd="0" presId="urn:microsoft.com/office/officeart/2005/8/layout/list1"/>
    <dgm:cxn modelId="{F955F07C-F58E-4F2C-8971-7294BC145883}" type="presParOf" srcId="{96909E70-ED26-43C8-90D7-AE8FA7825AD2}" destId="{BF0AF771-744C-47EC-8461-9659A35646B9}" srcOrd="9" destOrd="0" presId="urn:microsoft.com/office/officeart/2005/8/layout/list1"/>
    <dgm:cxn modelId="{BE45EEB1-B9D3-4722-88AC-C37478D50FF3}" type="presParOf" srcId="{96909E70-ED26-43C8-90D7-AE8FA7825AD2}" destId="{2ACEE2D5-8D35-4587-ADEF-5E84D44C1CA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A542E-D42A-4406-9CBA-0947EF5B2CED}">
      <dsp:nvSpPr>
        <dsp:cNvPr id="0" name=""/>
        <dsp:cNvSpPr/>
      </dsp:nvSpPr>
      <dsp:spPr>
        <a:xfrm>
          <a:off x="5349" y="0"/>
          <a:ext cx="7914101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Strengths</a:t>
          </a:r>
          <a:r>
            <a:rPr lang="zh-TW" altLang="en-US" sz="20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 </a:t>
          </a:r>
          <a:r>
            <a:rPr lang="zh-TW" altLang="en-US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邏輯能力足夠、善於與人交往、陌生環境適應性強</a:t>
          </a:r>
          <a:endParaRPr 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599" y="20250"/>
        <a:ext cx="7110637" cy="650898"/>
      </dsp:txXfrm>
    </dsp:sp>
    <dsp:sp modelId="{7D78E774-ED0D-4F9A-861E-F2F92DEBA6F0}">
      <dsp:nvSpPr>
        <dsp:cNvPr id="0" name=""/>
        <dsp:cNvSpPr/>
      </dsp:nvSpPr>
      <dsp:spPr>
        <a:xfrm>
          <a:off x="663701" y="817107"/>
          <a:ext cx="79248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Weaknesses</a:t>
          </a:r>
          <a:r>
            <a:rPr lang="zh-TW" altLang="en-US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英文能力稍顯不足、專業能力需再加強</a:t>
          </a:r>
          <a:endParaRPr 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83951" y="837357"/>
        <a:ext cx="6771188" cy="650898"/>
      </dsp:txXfrm>
    </dsp:sp>
    <dsp:sp modelId="{9EF5A1C0-AE06-4DE3-B980-BBA5CDEA5515}">
      <dsp:nvSpPr>
        <dsp:cNvPr id="0" name=""/>
        <dsp:cNvSpPr/>
      </dsp:nvSpPr>
      <dsp:spPr>
        <a:xfrm>
          <a:off x="1317498" y="1634214"/>
          <a:ext cx="79248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Opportunities</a:t>
          </a:r>
          <a:r>
            <a:rPr lang="zh-TW" altLang="en-US" sz="19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19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科技發展迅速，對於產業的人才需求量增加</a:t>
          </a:r>
          <a:endParaRPr lang="en-US" sz="19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337748" y="1654464"/>
        <a:ext cx="6781094" cy="650898"/>
      </dsp:txXfrm>
    </dsp:sp>
    <dsp:sp modelId="{6232A50F-418B-4559-8B09-399722C99947}">
      <dsp:nvSpPr>
        <dsp:cNvPr id="0" name=""/>
        <dsp:cNvSpPr/>
      </dsp:nvSpPr>
      <dsp:spPr>
        <a:xfrm>
          <a:off x="1981200" y="2451322"/>
          <a:ext cx="79248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Threats</a:t>
          </a:r>
          <a:r>
            <a:rPr lang="zh-TW" altLang="en-US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 </a:t>
          </a:r>
          <a:r>
            <a:rPr lang="zh-TW" sz="20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技術迭代速度快、需擁有足夠的不可替代性</a:t>
          </a:r>
          <a:endParaRPr 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001450" y="2471572"/>
        <a:ext cx="6771188" cy="650898"/>
      </dsp:txXfrm>
    </dsp:sp>
    <dsp:sp modelId="{AB3C217A-FC80-468D-8B9B-7D722247CB10}">
      <dsp:nvSpPr>
        <dsp:cNvPr id="0" name=""/>
        <dsp:cNvSpPr/>
      </dsp:nvSpPr>
      <dsp:spPr>
        <a:xfrm>
          <a:off x="7475390" y="529548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76507" y="529548"/>
        <a:ext cx="247175" cy="338180"/>
      </dsp:txXfrm>
    </dsp:sp>
    <dsp:sp modelId="{B9A4BC9B-193C-452A-8AF6-7F487E353289}">
      <dsp:nvSpPr>
        <dsp:cNvPr id="0" name=""/>
        <dsp:cNvSpPr/>
      </dsp:nvSpPr>
      <dsp:spPr>
        <a:xfrm>
          <a:off x="8139092" y="1346655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894363"/>
            <a:satOff val="-6849"/>
            <a:lumOff val="46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240209" y="1346655"/>
        <a:ext cx="247175" cy="338180"/>
      </dsp:txXfrm>
    </dsp:sp>
    <dsp:sp modelId="{96E61000-DA3F-49BF-95E1-6609BE2CF381}">
      <dsp:nvSpPr>
        <dsp:cNvPr id="0" name=""/>
        <dsp:cNvSpPr/>
      </dsp:nvSpPr>
      <dsp:spPr>
        <a:xfrm>
          <a:off x="8792888" y="2163763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788726"/>
            <a:satOff val="-13699"/>
            <a:lumOff val="923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894005" y="2163763"/>
        <a:ext cx="247175" cy="338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56CD6-E28E-4BF3-BC14-99A95E1E5181}">
      <dsp:nvSpPr>
        <dsp:cNvPr id="0" name=""/>
        <dsp:cNvSpPr/>
      </dsp:nvSpPr>
      <dsp:spPr>
        <a:xfrm>
          <a:off x="0" y="405195"/>
          <a:ext cx="9906000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9CE93-5736-49DD-8A0D-1CAB9BF36A92}">
      <dsp:nvSpPr>
        <dsp:cNvPr id="0" name=""/>
        <dsp:cNvSpPr/>
      </dsp:nvSpPr>
      <dsp:spPr>
        <a:xfrm>
          <a:off x="495300" y="6675"/>
          <a:ext cx="6934200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2025~2026</a:t>
          </a:r>
          <a:r>
            <a:rPr lang="zh-TW" sz="2700" kern="1200" dirty="0"/>
            <a:t> </a:t>
          </a:r>
          <a:r>
            <a:rPr lang="zh-TW" sz="2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學習專業 基礎證照</a:t>
          </a:r>
          <a:endParaRPr lang="en-US" sz="2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34208" y="45583"/>
        <a:ext cx="6856384" cy="719224"/>
      </dsp:txXfrm>
    </dsp:sp>
    <dsp:sp modelId="{28A7D6E5-5123-4316-89A6-FEB142EB22B4}">
      <dsp:nvSpPr>
        <dsp:cNvPr id="0" name=""/>
        <dsp:cNvSpPr/>
      </dsp:nvSpPr>
      <dsp:spPr>
        <a:xfrm>
          <a:off x="0" y="1629915"/>
          <a:ext cx="9906000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CC464-32AC-44E3-9EC9-34799407DA6E}">
      <dsp:nvSpPr>
        <dsp:cNvPr id="0" name=""/>
        <dsp:cNvSpPr/>
      </dsp:nvSpPr>
      <dsp:spPr>
        <a:xfrm>
          <a:off x="495300" y="1231395"/>
          <a:ext cx="6934200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2027~2030</a:t>
          </a:r>
          <a:r>
            <a:rPr lang="zh-TW" sz="2700" kern="1200" dirty="0"/>
            <a:t> </a:t>
          </a:r>
          <a:r>
            <a:rPr lang="zh-TW" sz="2600" kern="1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就業經驗、進階證照、溝通</a:t>
          </a:r>
          <a:endParaRPr lang="en-US" sz="2600" kern="1200" dirty="0">
            <a:solidFill>
              <a:prstClr val="white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534208" y="1270303"/>
        <a:ext cx="6856384" cy="719224"/>
      </dsp:txXfrm>
    </dsp:sp>
    <dsp:sp modelId="{2ACEE2D5-8D35-4587-ADEF-5E84D44C1CAC}">
      <dsp:nvSpPr>
        <dsp:cNvPr id="0" name=""/>
        <dsp:cNvSpPr/>
      </dsp:nvSpPr>
      <dsp:spPr>
        <a:xfrm>
          <a:off x="0" y="2854636"/>
          <a:ext cx="9906000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80849-8507-4F33-B889-D622F3B7BA70}">
      <dsp:nvSpPr>
        <dsp:cNvPr id="0" name=""/>
        <dsp:cNvSpPr/>
      </dsp:nvSpPr>
      <dsp:spPr>
        <a:xfrm>
          <a:off x="495300" y="2456115"/>
          <a:ext cx="6934200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2035~</a:t>
          </a:r>
          <a:r>
            <a:rPr lang="zh-TW" altLang="en-US" sz="2800" b="1" kern="12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rPr>
            <a:t> </a:t>
          </a:r>
          <a:r>
            <a:rPr lang="zh-TW" sz="2600" kern="1200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職涯發展成熟、嘗試突破</a:t>
          </a:r>
          <a:endParaRPr lang="en-US" sz="2600" kern="1200" dirty="0">
            <a:solidFill>
              <a:prstClr val="white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534208" y="2495023"/>
        <a:ext cx="6856384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248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95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550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803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846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740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398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806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10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841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706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14186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951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50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748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181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98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9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天空中的彩色圖案">
            <a:extLst>
              <a:ext uri="{FF2B5EF4-FFF2-40B4-BE49-F238E27FC236}">
                <a16:creationId xmlns:a16="http://schemas.microsoft.com/office/drawing/2014/main" id="{9FC80624-6E67-5C1A-4525-1EE61A7E1A9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4531" b="11175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AAC55DB-E7BA-F824-E9CB-BD0FE89B2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zh-TW" altLang="en-US" sz="5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資訊人生涯規劃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344038-8752-433F-BA8E-87306E844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zh-TW" altLang="en-US" sz="3000" b="1" cap="all" spc="3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江仲翔</a:t>
            </a:r>
          </a:p>
        </p:txBody>
      </p:sp>
    </p:spTree>
    <p:extLst>
      <p:ext uri="{BB962C8B-B14F-4D97-AF65-F5344CB8AC3E}">
        <p14:creationId xmlns:p14="http://schemas.microsoft.com/office/powerpoint/2010/main" val="336030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63AB9-8F99-2317-86E1-F028E2D0D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0A29ECD-D68F-4AC9-9FA0-BEF7663BC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5" name="Rectangle 54">
              <a:extLst>
                <a:ext uri="{FF2B5EF4-FFF2-40B4-BE49-F238E27FC236}">
                  <a16:creationId xmlns:a16="http://schemas.microsoft.com/office/drawing/2014/main" id="{0569ADE5-A097-4089-9B9C-A0B54CA84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2">
              <a:extLst>
                <a:ext uri="{FF2B5EF4-FFF2-40B4-BE49-F238E27FC236}">
                  <a16:creationId xmlns:a16="http://schemas.microsoft.com/office/drawing/2014/main" id="{CF4B08C5-FA5E-4D68-801D-E99E9ECF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天空中的彩色圖案">
            <a:extLst>
              <a:ext uri="{FF2B5EF4-FFF2-40B4-BE49-F238E27FC236}">
                <a16:creationId xmlns:a16="http://schemas.microsoft.com/office/drawing/2014/main" id="{8F71F84A-3BBA-3D88-F6B0-A54F1DD8D5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4531" b="11175"/>
          <a:stretch>
            <a:fillRect/>
          </a:stretch>
        </p:blipFill>
        <p:spPr>
          <a:xfrm>
            <a:off x="20" y="10"/>
            <a:ext cx="12188369" cy="685799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9B1032AD-1AE2-4F16-A732-9C0A6A744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59" name="Round Diagonal Corner Rectangle 7">
              <a:extLst>
                <a:ext uri="{FF2B5EF4-FFF2-40B4-BE49-F238E27FC236}">
                  <a16:creationId xmlns:a16="http://schemas.microsoft.com/office/drawing/2014/main" id="{D5BF75F8-4EA2-44F2-B6EA-3102419BE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20CA03C-559B-4B3D-94FA-4FAAB3C7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80" name="Freeform 32">
                <a:extLst>
                  <a:ext uri="{FF2B5EF4-FFF2-40B4-BE49-F238E27FC236}">
                    <a16:creationId xmlns:a16="http://schemas.microsoft.com/office/drawing/2014/main" id="{0D9400F9-20AC-487F-8333-B1D60C326B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1" name="Freeform 33">
                <a:extLst>
                  <a:ext uri="{FF2B5EF4-FFF2-40B4-BE49-F238E27FC236}">
                    <a16:creationId xmlns:a16="http://schemas.microsoft.com/office/drawing/2014/main" id="{A3C314B8-9D5B-430A-93F5-13AA6EA5D0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2" name="Freeform 34">
                <a:extLst>
                  <a:ext uri="{FF2B5EF4-FFF2-40B4-BE49-F238E27FC236}">
                    <a16:creationId xmlns:a16="http://schemas.microsoft.com/office/drawing/2014/main" id="{0AE01D6D-B764-4C22-B93C-1EB06BEAC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3" name="Freeform 37">
                <a:extLst>
                  <a:ext uri="{FF2B5EF4-FFF2-40B4-BE49-F238E27FC236}">
                    <a16:creationId xmlns:a16="http://schemas.microsoft.com/office/drawing/2014/main" id="{83F0D1C3-E2D7-4810-B68A-4A9CD7ED9A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04DCDB6-51D7-4CA8-8C00-D2C7CC7BD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74" name="Freeform 35">
                <a:extLst>
                  <a:ext uri="{FF2B5EF4-FFF2-40B4-BE49-F238E27FC236}">
                    <a16:creationId xmlns:a16="http://schemas.microsoft.com/office/drawing/2014/main" id="{398FAFF7-9785-43B0-9808-4152480B4A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36">
                <a:extLst>
                  <a:ext uri="{FF2B5EF4-FFF2-40B4-BE49-F238E27FC236}">
                    <a16:creationId xmlns:a16="http://schemas.microsoft.com/office/drawing/2014/main" id="{74FF4F16-1B2B-45C7-8B72-A6E1BDCA8F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38">
                <a:extLst>
                  <a:ext uri="{FF2B5EF4-FFF2-40B4-BE49-F238E27FC236}">
                    <a16:creationId xmlns:a16="http://schemas.microsoft.com/office/drawing/2014/main" id="{024C58FF-B88A-4C98-84F5-5250D7ECB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CF66BE12-1011-4281-9B5B-9EB78748C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" name="Freeform 40">
                <a:extLst>
                  <a:ext uri="{FF2B5EF4-FFF2-40B4-BE49-F238E27FC236}">
                    <a16:creationId xmlns:a16="http://schemas.microsoft.com/office/drawing/2014/main" id="{2B990641-2D85-4B84-B550-76A15FEA3C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" name="Rectangle 41">
                <a:extLst>
                  <a:ext uri="{FF2B5EF4-FFF2-40B4-BE49-F238E27FC236}">
                    <a16:creationId xmlns:a16="http://schemas.microsoft.com/office/drawing/2014/main" id="{AF8C6C46-BE99-434C-B6A1-24CC16A7A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0203417-ECB2-441C-9E31-E1311E693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70" name="Freeform 32">
                <a:extLst>
                  <a:ext uri="{FF2B5EF4-FFF2-40B4-BE49-F238E27FC236}">
                    <a16:creationId xmlns:a16="http://schemas.microsoft.com/office/drawing/2014/main" id="{C99E031B-FF68-4278-A520-932C94F876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33">
                <a:extLst>
                  <a:ext uri="{FF2B5EF4-FFF2-40B4-BE49-F238E27FC236}">
                    <a16:creationId xmlns:a16="http://schemas.microsoft.com/office/drawing/2014/main" id="{C06A442B-E101-4380-BD3C-E29B08A8D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34">
                <a:extLst>
                  <a:ext uri="{FF2B5EF4-FFF2-40B4-BE49-F238E27FC236}">
                    <a16:creationId xmlns:a16="http://schemas.microsoft.com/office/drawing/2014/main" id="{22720611-CCB1-48C9-ACCB-05985597F6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37">
                <a:extLst>
                  <a:ext uri="{FF2B5EF4-FFF2-40B4-BE49-F238E27FC236}">
                    <a16:creationId xmlns:a16="http://schemas.microsoft.com/office/drawing/2014/main" id="{1FA4B526-A1D1-4B3C-B36D-2F286F537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BE11AF3-15F8-4578-9B8B-2F066B550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id="{0CF1BE1B-D6DD-411E-96AB-2BEDA39C8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36">
                <a:extLst>
                  <a:ext uri="{FF2B5EF4-FFF2-40B4-BE49-F238E27FC236}">
                    <a16:creationId xmlns:a16="http://schemas.microsoft.com/office/drawing/2014/main" id="{785B83A2-9629-402A-BDFF-564D2AAE8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38">
                <a:extLst>
                  <a:ext uri="{FF2B5EF4-FFF2-40B4-BE49-F238E27FC236}">
                    <a16:creationId xmlns:a16="http://schemas.microsoft.com/office/drawing/2014/main" id="{66C9EABC-41F6-4014-90E5-D4213FE9D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39">
                <a:extLst>
                  <a:ext uri="{FF2B5EF4-FFF2-40B4-BE49-F238E27FC236}">
                    <a16:creationId xmlns:a16="http://schemas.microsoft.com/office/drawing/2014/main" id="{A0FA8F7F-2926-4F25-9088-A3E86D0B7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0">
                <a:extLst>
                  <a:ext uri="{FF2B5EF4-FFF2-40B4-BE49-F238E27FC236}">
                    <a16:creationId xmlns:a16="http://schemas.microsoft.com/office/drawing/2014/main" id="{527A5DDC-207D-4303-9F79-5D19A87E1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B21A0178-E0A0-4E63-BB90-0919529662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ACEF924-19B6-9562-3E5D-7185281D4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007533"/>
            <a:ext cx="9905998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自我介紹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1C92E370-D706-7045-4F53-7FDD20A5D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78" y="2289224"/>
            <a:ext cx="5941290" cy="2578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zh-TW" altLang="en-US" sz="30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修習課程</a:t>
            </a:r>
            <a:endParaRPr lang="en-US" altLang="zh-TW" sz="30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電腦軟體應用 程式設計 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物件導向程式設計 電腦繪圖概論等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53D544-1A43-5048-FD17-57A98577A9EE}"/>
              </a:ext>
            </a:extLst>
          </p:cNvPr>
          <p:cNvSpPr txBox="1"/>
          <p:nvPr/>
        </p:nvSpPr>
        <p:spPr>
          <a:xfrm>
            <a:off x="1992633" y="2271713"/>
            <a:ext cx="2416046" cy="1494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TW" altLang="en-US" sz="3000" b="1" cap="all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學校</a:t>
            </a:r>
            <a:endParaRPr lang="en-US" altLang="zh-TW" sz="3000" b="1" cap="all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TW" altLang="en-US" sz="2400" b="1" cap="al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鼓山高中 普通科</a:t>
            </a:r>
            <a:endParaRPr lang="en-US" altLang="zh-TW" sz="2400" b="1" cap="all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599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5CCD4-DB20-BD99-ACD1-E49C9398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0A29ECD-D68F-4AC9-9FA0-BEF7663BC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5" name="Rectangle 54">
              <a:extLst>
                <a:ext uri="{FF2B5EF4-FFF2-40B4-BE49-F238E27FC236}">
                  <a16:creationId xmlns:a16="http://schemas.microsoft.com/office/drawing/2014/main" id="{0569ADE5-A097-4089-9B9C-A0B54CA84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2">
              <a:extLst>
                <a:ext uri="{FF2B5EF4-FFF2-40B4-BE49-F238E27FC236}">
                  <a16:creationId xmlns:a16="http://schemas.microsoft.com/office/drawing/2014/main" id="{CF4B08C5-FA5E-4D68-801D-E99E9ECF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天空中的彩色圖案">
            <a:extLst>
              <a:ext uri="{FF2B5EF4-FFF2-40B4-BE49-F238E27FC236}">
                <a16:creationId xmlns:a16="http://schemas.microsoft.com/office/drawing/2014/main" id="{89F47572-1CA2-4427-4243-55AE133996B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4531" b="11175"/>
          <a:stretch>
            <a:fillRect/>
          </a:stretch>
        </p:blipFill>
        <p:spPr>
          <a:xfrm>
            <a:off x="20" y="10"/>
            <a:ext cx="12188369" cy="685799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9B1032AD-1AE2-4F16-A732-9C0A6A744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59" name="Round Diagonal Corner Rectangle 7">
              <a:extLst>
                <a:ext uri="{FF2B5EF4-FFF2-40B4-BE49-F238E27FC236}">
                  <a16:creationId xmlns:a16="http://schemas.microsoft.com/office/drawing/2014/main" id="{D5BF75F8-4EA2-44F2-B6EA-3102419BE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20CA03C-559B-4B3D-94FA-4FAAB3C7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80" name="Freeform 32">
                <a:extLst>
                  <a:ext uri="{FF2B5EF4-FFF2-40B4-BE49-F238E27FC236}">
                    <a16:creationId xmlns:a16="http://schemas.microsoft.com/office/drawing/2014/main" id="{0D9400F9-20AC-487F-8333-B1D60C326B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1" name="Freeform 33">
                <a:extLst>
                  <a:ext uri="{FF2B5EF4-FFF2-40B4-BE49-F238E27FC236}">
                    <a16:creationId xmlns:a16="http://schemas.microsoft.com/office/drawing/2014/main" id="{A3C314B8-9D5B-430A-93F5-13AA6EA5D0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2" name="Freeform 34">
                <a:extLst>
                  <a:ext uri="{FF2B5EF4-FFF2-40B4-BE49-F238E27FC236}">
                    <a16:creationId xmlns:a16="http://schemas.microsoft.com/office/drawing/2014/main" id="{0AE01D6D-B764-4C22-B93C-1EB06BEAC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3" name="Freeform 37">
                <a:extLst>
                  <a:ext uri="{FF2B5EF4-FFF2-40B4-BE49-F238E27FC236}">
                    <a16:creationId xmlns:a16="http://schemas.microsoft.com/office/drawing/2014/main" id="{83F0D1C3-E2D7-4810-B68A-4A9CD7ED9A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04DCDB6-51D7-4CA8-8C00-D2C7CC7BD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74" name="Freeform 35">
                <a:extLst>
                  <a:ext uri="{FF2B5EF4-FFF2-40B4-BE49-F238E27FC236}">
                    <a16:creationId xmlns:a16="http://schemas.microsoft.com/office/drawing/2014/main" id="{398FAFF7-9785-43B0-9808-4152480B4A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36">
                <a:extLst>
                  <a:ext uri="{FF2B5EF4-FFF2-40B4-BE49-F238E27FC236}">
                    <a16:creationId xmlns:a16="http://schemas.microsoft.com/office/drawing/2014/main" id="{74FF4F16-1B2B-45C7-8B72-A6E1BDCA8F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38">
                <a:extLst>
                  <a:ext uri="{FF2B5EF4-FFF2-40B4-BE49-F238E27FC236}">
                    <a16:creationId xmlns:a16="http://schemas.microsoft.com/office/drawing/2014/main" id="{024C58FF-B88A-4C98-84F5-5250D7ECB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CF66BE12-1011-4281-9B5B-9EB78748C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" name="Freeform 40">
                <a:extLst>
                  <a:ext uri="{FF2B5EF4-FFF2-40B4-BE49-F238E27FC236}">
                    <a16:creationId xmlns:a16="http://schemas.microsoft.com/office/drawing/2014/main" id="{2B990641-2D85-4B84-B550-76A15FEA3C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" name="Rectangle 41">
                <a:extLst>
                  <a:ext uri="{FF2B5EF4-FFF2-40B4-BE49-F238E27FC236}">
                    <a16:creationId xmlns:a16="http://schemas.microsoft.com/office/drawing/2014/main" id="{AF8C6C46-BE99-434C-B6A1-24CC16A7A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0203417-ECB2-441C-9E31-E1311E693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70" name="Freeform 32">
                <a:extLst>
                  <a:ext uri="{FF2B5EF4-FFF2-40B4-BE49-F238E27FC236}">
                    <a16:creationId xmlns:a16="http://schemas.microsoft.com/office/drawing/2014/main" id="{C99E031B-FF68-4278-A520-932C94F876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33">
                <a:extLst>
                  <a:ext uri="{FF2B5EF4-FFF2-40B4-BE49-F238E27FC236}">
                    <a16:creationId xmlns:a16="http://schemas.microsoft.com/office/drawing/2014/main" id="{C06A442B-E101-4380-BD3C-E29B08A8D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34">
                <a:extLst>
                  <a:ext uri="{FF2B5EF4-FFF2-40B4-BE49-F238E27FC236}">
                    <a16:creationId xmlns:a16="http://schemas.microsoft.com/office/drawing/2014/main" id="{22720611-CCB1-48C9-ACCB-05985597F6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37">
                <a:extLst>
                  <a:ext uri="{FF2B5EF4-FFF2-40B4-BE49-F238E27FC236}">
                    <a16:creationId xmlns:a16="http://schemas.microsoft.com/office/drawing/2014/main" id="{1FA4B526-A1D1-4B3C-B36D-2F286F537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BE11AF3-15F8-4578-9B8B-2F066B550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id="{0CF1BE1B-D6DD-411E-96AB-2BEDA39C8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36">
                <a:extLst>
                  <a:ext uri="{FF2B5EF4-FFF2-40B4-BE49-F238E27FC236}">
                    <a16:creationId xmlns:a16="http://schemas.microsoft.com/office/drawing/2014/main" id="{785B83A2-9629-402A-BDFF-564D2AAE8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38">
                <a:extLst>
                  <a:ext uri="{FF2B5EF4-FFF2-40B4-BE49-F238E27FC236}">
                    <a16:creationId xmlns:a16="http://schemas.microsoft.com/office/drawing/2014/main" id="{66C9EABC-41F6-4014-90E5-D4213FE9D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39">
                <a:extLst>
                  <a:ext uri="{FF2B5EF4-FFF2-40B4-BE49-F238E27FC236}">
                    <a16:creationId xmlns:a16="http://schemas.microsoft.com/office/drawing/2014/main" id="{A0FA8F7F-2926-4F25-9088-A3E86D0B7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0">
                <a:extLst>
                  <a:ext uri="{FF2B5EF4-FFF2-40B4-BE49-F238E27FC236}">
                    <a16:creationId xmlns:a16="http://schemas.microsoft.com/office/drawing/2014/main" id="{527A5DDC-207D-4303-9F79-5D19A87E1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B21A0178-E0A0-4E63-BB90-0919529662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E3B7F550-9B74-6CD3-4864-40EEFDA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007533"/>
            <a:ext cx="9905998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資訊領域的發展方向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2AA39DF8-6896-8E9A-904B-F9794DC6C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2252134"/>
            <a:ext cx="9905999" cy="34543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軟體 網路</a:t>
            </a:r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TQC </a:t>
            </a:r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企業人才技能認證 丙級網路架設技術士</a:t>
            </a:r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CCST(</a:t>
            </a:r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思科認證技術人員</a:t>
            </a:r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85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FD59D-F6A4-E054-2D9C-FDDA9E64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altLang="zh-TW" sz="5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SWOT</a:t>
            </a:r>
            <a:r>
              <a:rPr lang="zh-TW" altLang="en-US" sz="5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自我分析</a:t>
            </a:r>
          </a:p>
        </p:txBody>
      </p:sp>
      <p:graphicFrame>
        <p:nvGraphicFramePr>
          <p:cNvPr id="18" name="內容版面配置區 2">
            <a:extLst>
              <a:ext uri="{FF2B5EF4-FFF2-40B4-BE49-F238E27FC236}">
                <a16:creationId xmlns:a16="http://schemas.microsoft.com/office/drawing/2014/main" id="{A4A8EADC-0CAB-363A-2CDC-C35F37C4B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959026"/>
              </p:ext>
            </p:extLst>
          </p:nvPr>
        </p:nvGraphicFramePr>
        <p:xfrm>
          <a:off x="1141411" y="1857639"/>
          <a:ext cx="99060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303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749C54F-FC75-4B72-85E7-AA108C7B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短期規劃（大三～大四）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59C948-D007-9B9E-F59D-78251A15E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72" y="2260278"/>
            <a:ext cx="8674918" cy="3033180"/>
          </a:xfrm>
        </p:spPr>
        <p:txBody>
          <a:bodyPr anchor="ctr">
            <a:normAutofit/>
          </a:bodyPr>
          <a:lstStyle/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修完專業方面的核心課程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考取乙級網路架設技術士 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準備</a:t>
            </a:r>
            <a:r>
              <a:rPr lang="en-US" altLang="zh-TW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CCNA</a:t>
            </a: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證照</a:t>
            </a:r>
            <a:r>
              <a:rPr lang="en-US" altLang="zh-TW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思科認證網路助理工程師</a:t>
            </a:r>
            <a:r>
              <a:rPr lang="en-US" altLang="zh-TW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389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22DE1AB-581A-09F5-3E5F-EFCD2369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中期規劃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06CE2C-E7B2-770B-8DE1-AEB0724E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268" y="2260278"/>
            <a:ext cx="7797463" cy="3033180"/>
          </a:xfrm>
        </p:spPr>
        <p:txBody>
          <a:bodyPr anchor="ctr">
            <a:normAutofit/>
          </a:bodyPr>
          <a:lstStyle/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在相關公司累積各項經驗與能力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考取更加進階證照加深自己專業領域的能力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將英文上溝通交流的能力再加以提升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3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EC9BA0B-C8DC-8282-2C42-6DF9F855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長期規劃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8064B7-4C7E-07BC-E721-604B1022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60" y="3026512"/>
            <a:ext cx="10214503" cy="1447799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在其他非專業領域上持續進修學習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26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成為在專業領域上有足夠能力的佼佼者</a:t>
            </a:r>
            <a:r>
              <a:rPr lang="en-US" altLang="zh-TW" sz="26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6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資深工程師、高級工程師等</a:t>
            </a:r>
            <a:r>
              <a:rPr lang="en-US" altLang="zh-TW" sz="26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957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9449BFB-9C67-1FF0-2237-90336D54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440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zh-TW" altLang="en-US" sz="5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行動計畫</a:t>
            </a:r>
          </a:p>
        </p:txBody>
      </p:sp>
      <p:graphicFrame>
        <p:nvGraphicFramePr>
          <p:cNvPr id="7" name="內容版面配置區 2">
            <a:extLst>
              <a:ext uri="{FF2B5EF4-FFF2-40B4-BE49-F238E27FC236}">
                <a16:creationId xmlns:a16="http://schemas.microsoft.com/office/drawing/2014/main" id="{7BFB31FD-B7FF-8C64-3752-4F69BBE51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87388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018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ED89CC-8D43-AF6D-5854-B7A5EBEE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軟實力與未來學習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E7E34C-FC25-68FA-4929-DFDE86E79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922" y="2358739"/>
            <a:ext cx="9048218" cy="29995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精進溝通協調能力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英文能力加強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2800" b="1" cap="all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學習力與適應性</a:t>
            </a:r>
            <a:endParaRPr lang="en-US" altLang="zh-TW" sz="2800" b="1" cap="all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5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DCD5A84-CC23-93B3-7967-DDA4D3F4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4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結語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56190-F1BE-51C3-C301-A684A4DE9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446" y="2275421"/>
            <a:ext cx="9048218" cy="303318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比起努力的提前計劃著未來</a:t>
            </a:r>
            <a:endParaRPr lang="en-US" altLang="zh-TW" sz="28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不如努力的將每件事都做到變成未來計劃的一種選擇</a:t>
            </a:r>
          </a:p>
        </p:txBody>
      </p:sp>
    </p:spTree>
    <p:extLst>
      <p:ext uri="{BB962C8B-B14F-4D97-AF65-F5344CB8AC3E}">
        <p14:creationId xmlns:p14="http://schemas.microsoft.com/office/powerpoint/2010/main" val="3423392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518</TotalTime>
  <Words>258</Words>
  <Application>Microsoft Office PowerPoint</Application>
  <PresentationFormat>寬螢幕</PresentationFormat>
  <Paragraphs>41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YaHei</vt:lpstr>
      <vt:lpstr>微軟正黑體</vt:lpstr>
      <vt:lpstr>Arial</vt:lpstr>
      <vt:lpstr>Tw Cen MT</vt:lpstr>
      <vt:lpstr>電路</vt:lpstr>
      <vt:lpstr>資訊人生涯規劃</vt:lpstr>
      <vt:lpstr>自我介紹</vt:lpstr>
      <vt:lpstr>資訊領域的發展方向</vt:lpstr>
      <vt:lpstr>SWOT自我分析</vt:lpstr>
      <vt:lpstr>短期規劃（大三～大四）</vt:lpstr>
      <vt:lpstr>中期規劃</vt:lpstr>
      <vt:lpstr>長期規劃</vt:lpstr>
      <vt:lpstr>行動計畫</vt:lpstr>
      <vt:lpstr>軟實力與未來學習</vt:lpstr>
      <vt:lpstr>結語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仲翔 江</dc:creator>
  <cp:lastModifiedBy>仲翔 江</cp:lastModifiedBy>
  <cp:revision>8</cp:revision>
  <dcterms:created xsi:type="dcterms:W3CDTF">2025-11-03T13:04:49Z</dcterms:created>
  <dcterms:modified xsi:type="dcterms:W3CDTF">2025-11-12T12:40:40Z</dcterms:modified>
</cp:coreProperties>
</file>